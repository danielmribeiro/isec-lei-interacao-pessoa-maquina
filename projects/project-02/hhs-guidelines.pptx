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562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7353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16490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7812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28420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97788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29323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10315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2570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977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7978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74571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47484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80336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907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607663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9224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EDD02-8788-497C-95ED-EBB248C0B14E}" type="datetimeFigureOut">
              <a:rPr lang="pt-PT" smtClean="0"/>
              <a:t>04/03/2019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16285-7612-428A-A44A-2D1AB6305CBB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866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3069AE-7C60-417B-A451-DEBAE0D454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/>
          <a:lstStyle/>
          <a:p>
            <a:pPr algn="ctr"/>
            <a:r>
              <a:rPr lang="pt-PT" sz="3200" dirty="0"/>
              <a:t>Guidelines HHS</a:t>
            </a:r>
            <a:br>
              <a:rPr lang="pt-PT" dirty="0"/>
            </a:br>
            <a:br>
              <a:rPr lang="pt-PT" dirty="0"/>
            </a:br>
            <a:r>
              <a:rPr lang="pt-PT" dirty="0"/>
              <a:t>Gráficos, Imagem e Multimédia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141CE98-6E3D-42DC-A775-3A92DA5DC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84151" y="5202238"/>
            <a:ext cx="6216698" cy="1655762"/>
          </a:xfrm>
        </p:spPr>
        <p:txBody>
          <a:bodyPr/>
          <a:lstStyle/>
          <a:p>
            <a:r>
              <a:rPr lang="pt-PT" dirty="0"/>
              <a:t>Daniel Moreira ribeiro 			21270945</a:t>
            </a:r>
          </a:p>
          <a:p>
            <a:r>
              <a:rPr lang="pt-PT" dirty="0"/>
              <a:t>Mickael Fonseca dos santos		21270946</a:t>
            </a:r>
          </a:p>
        </p:txBody>
      </p:sp>
    </p:spTree>
    <p:extLst>
      <p:ext uri="{BB962C8B-B14F-4D97-AF65-F5344CB8AC3E}">
        <p14:creationId xmlns:p14="http://schemas.microsoft.com/office/powerpoint/2010/main" val="2580450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excessivo de Imagens</a:t>
            </a:r>
          </a:p>
        </p:txBody>
      </p:sp>
      <p:pic>
        <p:nvPicPr>
          <p:cNvPr id="9" name="Marcador de Posição de Conteúdo 8">
            <a:extLst>
              <a:ext uri="{FF2B5EF4-FFF2-40B4-BE49-F238E27FC236}">
                <a16:creationId xmlns:a16="http://schemas.microsoft.com/office/drawing/2014/main" id="{41684A72-AD7E-4BFA-A188-16B4D9A4C9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51"/>
          <a:stretch/>
        </p:blipFill>
        <p:spPr>
          <a:xfrm>
            <a:off x="2218992" y="1825625"/>
            <a:ext cx="7754016" cy="4179390"/>
          </a:xfrm>
        </p:spPr>
      </p:pic>
    </p:spTree>
    <p:extLst>
      <p:ext uri="{BB962C8B-B14F-4D97-AF65-F5344CB8AC3E}">
        <p14:creationId xmlns:p14="http://schemas.microsoft.com/office/powerpoint/2010/main" val="1278664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Informação a nível gráfico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1AE8B0CF-8F94-40F6-9AF8-C87066FE72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9"/>
          <a:stretch/>
        </p:blipFill>
        <p:spPr>
          <a:xfrm>
            <a:off x="2232557" y="1825625"/>
            <a:ext cx="7726886" cy="4152094"/>
          </a:xfrm>
        </p:spPr>
      </p:pic>
    </p:spTree>
    <p:extLst>
      <p:ext uri="{BB962C8B-B14F-4D97-AF65-F5344CB8AC3E}">
        <p14:creationId xmlns:p14="http://schemas.microsoft.com/office/powerpoint/2010/main" val="2263045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Animação para Introdução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741997AB-723B-4DC2-94A2-00EA7F3E49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680" y="2249488"/>
            <a:ext cx="6577465" cy="3541712"/>
          </a:xfrm>
        </p:spPr>
      </p:pic>
    </p:spTree>
    <p:extLst>
      <p:ext uri="{BB962C8B-B14F-4D97-AF65-F5344CB8AC3E}">
        <p14:creationId xmlns:p14="http://schemas.microsoft.com/office/powerpoint/2010/main" val="179882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imagens que parecem reais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DB45AE38-4D8C-4460-B7D0-18EA749BD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15"/>
          <a:stretch/>
        </p:blipFill>
        <p:spPr>
          <a:xfrm>
            <a:off x="2077342" y="1825625"/>
            <a:ext cx="8037316" cy="4315868"/>
          </a:xfrm>
        </p:spPr>
      </p:pic>
    </p:spTree>
    <p:extLst>
      <p:ext uri="{BB962C8B-B14F-4D97-AF65-F5344CB8AC3E}">
        <p14:creationId xmlns:p14="http://schemas.microsoft.com/office/powerpoint/2010/main" val="2128780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Thumbnail para pré visualizar imagem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174A592A-3C85-496B-B1FD-CE4D733E73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06" y="2605088"/>
            <a:ext cx="5666003" cy="3072381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9FE5172-B280-45D9-A0D0-39E44714D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564" y="2605088"/>
            <a:ext cx="5906630" cy="320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26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imagens para facilitar aprendizagem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B8E6746E-1F85-4BE2-8900-5780A5AF7D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707" y="2249488"/>
            <a:ext cx="6595412" cy="3541712"/>
          </a:xfrm>
        </p:spPr>
      </p:pic>
    </p:spTree>
    <p:extLst>
      <p:ext uri="{BB962C8B-B14F-4D97-AF65-F5344CB8AC3E}">
        <p14:creationId xmlns:p14="http://schemas.microsoft.com/office/powerpoint/2010/main" val="154666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97225-850F-400B-B584-331757727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PT" dirty="0"/>
              <a:t>Uso de fotografias de Pessoas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F0E49A2B-DB4F-4AC6-9002-052655472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0850" y="2249488"/>
            <a:ext cx="6567125" cy="3541712"/>
          </a:xfrm>
        </p:spPr>
      </p:pic>
    </p:spTree>
    <p:extLst>
      <p:ext uri="{BB962C8B-B14F-4D97-AF65-F5344CB8AC3E}">
        <p14:creationId xmlns:p14="http://schemas.microsoft.com/office/powerpoint/2010/main" val="3333146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112</TotalTime>
  <Words>44</Words>
  <Application>Microsoft Office PowerPoint</Application>
  <PresentationFormat>Ecrã Panorâmico</PresentationFormat>
  <Paragraphs>10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Arial</vt:lpstr>
      <vt:lpstr>Tw Cen MT</vt:lpstr>
      <vt:lpstr>Circuito</vt:lpstr>
      <vt:lpstr>Guidelines HHS  Gráficos, Imagem e Multimédia</vt:lpstr>
      <vt:lpstr>Uso excessivo de Imagens</vt:lpstr>
      <vt:lpstr>Uso de Informação a nível gráfico</vt:lpstr>
      <vt:lpstr>Uso de Animação para Introdução</vt:lpstr>
      <vt:lpstr>Uso de imagens que parecem reais</vt:lpstr>
      <vt:lpstr>Uso de Thumbnail para pré visualizar imagem</vt:lpstr>
      <vt:lpstr>Uso de imagens para facilitar aprendizagem</vt:lpstr>
      <vt:lpstr>Uso de fotografias de Pessoas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Gráficos, Imagem e Multimédia</dc:title>
  <dc:creator>Daniel Ribeiro</dc:creator>
  <cp:lastModifiedBy>Daniel Ribeiro</cp:lastModifiedBy>
  <cp:revision>9</cp:revision>
  <dcterms:created xsi:type="dcterms:W3CDTF">2019-02-27T12:21:51Z</dcterms:created>
  <dcterms:modified xsi:type="dcterms:W3CDTF">2019-03-04T02:03:42Z</dcterms:modified>
</cp:coreProperties>
</file>